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3"/>
  </p:notesMasterIdLst>
  <p:sldIdLst>
    <p:sldId id="268" r:id="rId5"/>
    <p:sldId id="310" r:id="rId6"/>
    <p:sldId id="311" r:id="rId7"/>
    <p:sldId id="312" r:id="rId8"/>
    <p:sldId id="313" r:id="rId9"/>
    <p:sldId id="314" r:id="rId10"/>
    <p:sldId id="315" r:id="rId11"/>
    <p:sldId id="317" r:id="rId12"/>
    <p:sldId id="318" r:id="rId13"/>
    <p:sldId id="316" r:id="rId14"/>
    <p:sldId id="319" r:id="rId15"/>
    <p:sldId id="321" r:id="rId16"/>
    <p:sldId id="322" r:id="rId17"/>
    <p:sldId id="320" r:id="rId18"/>
    <p:sldId id="325" r:id="rId19"/>
    <p:sldId id="326" r:id="rId20"/>
    <p:sldId id="323" r:id="rId21"/>
    <p:sldId id="32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Kumar Garlapati" userId="15bdd0c448fbab1f" providerId="LiveId" clId="{EC9CDBB8-5778-46A5-ADBA-31D8C4AA5D70}"/>
    <pc:docChg chg="undo custSel addSld modSld">
      <pc:chgData name="Sai Kumar Garlapati" userId="15bdd0c448fbab1f" providerId="LiveId" clId="{EC9CDBB8-5778-46A5-ADBA-31D8C4AA5D70}" dt="2026-01-29T09:47:47.337" v="295"/>
      <pc:docMkLst>
        <pc:docMk/>
      </pc:docMkLst>
      <pc:sldChg chg="modNotesTx">
        <pc:chgData name="Sai Kumar Garlapati" userId="15bdd0c448fbab1f" providerId="LiveId" clId="{EC9CDBB8-5778-46A5-ADBA-31D8C4AA5D70}" dt="2026-01-29T08:34:52.066" v="1" actId="20577"/>
        <pc:sldMkLst>
          <pc:docMk/>
          <pc:sldMk cId="3912747309" sldId="268"/>
        </pc:sldMkLst>
      </pc:sldChg>
      <pc:sldChg chg="addSp delSp modSp mod modNotesTx">
        <pc:chgData name="Sai Kumar Garlapati" userId="15bdd0c448fbab1f" providerId="LiveId" clId="{EC9CDBB8-5778-46A5-ADBA-31D8C4AA5D70}" dt="2026-01-29T08:39:54.835" v="41"/>
        <pc:sldMkLst>
          <pc:docMk/>
          <pc:sldMk cId="2482546811" sldId="310"/>
        </pc:sldMkLst>
        <pc:spChg chg="mod">
          <ac:chgData name="Sai Kumar Garlapati" userId="15bdd0c448fbab1f" providerId="LiveId" clId="{EC9CDBB8-5778-46A5-ADBA-31D8C4AA5D70}" dt="2026-01-29T08:39:15.166" v="29"/>
          <ac:spMkLst>
            <pc:docMk/>
            <pc:sldMk cId="2482546811" sldId="310"/>
            <ac:spMk id="2" creationId="{4F76CB32-901A-4DA0-AA8A-9A7B5A88BFCD}"/>
          </ac:spMkLst>
        </pc:spChg>
        <pc:spChg chg="add del mod">
          <ac:chgData name="Sai Kumar Garlapati" userId="15bdd0c448fbab1f" providerId="LiveId" clId="{EC9CDBB8-5778-46A5-ADBA-31D8C4AA5D70}" dt="2026-01-29T08:35:15.230" v="4"/>
          <ac:spMkLst>
            <pc:docMk/>
            <pc:sldMk cId="2482546811" sldId="310"/>
            <ac:spMk id="4" creationId="{81AC49E7-F0FB-E701-C833-06866A0BAA64}"/>
          </ac:spMkLst>
        </pc:spChg>
        <pc:spChg chg="add mod">
          <ac:chgData name="Sai Kumar Garlapati" userId="15bdd0c448fbab1f" providerId="LiveId" clId="{EC9CDBB8-5778-46A5-ADBA-31D8C4AA5D70}" dt="2026-01-29T08:39:41.926" v="40" actId="6549"/>
          <ac:spMkLst>
            <pc:docMk/>
            <pc:sldMk cId="2482546811" sldId="310"/>
            <ac:spMk id="5" creationId="{96D34662-E1BA-FCEA-01E4-15089403119B}"/>
          </ac:spMkLst>
        </pc:spChg>
        <pc:graphicFrameChg chg="del">
          <ac:chgData name="Sai Kumar Garlapati" userId="15bdd0c448fbab1f" providerId="LiveId" clId="{EC9CDBB8-5778-46A5-ADBA-31D8C4AA5D70}" dt="2026-01-29T08:35:10.315" v="3" actId="478"/>
          <ac:graphicFrameMkLst>
            <pc:docMk/>
            <pc:sldMk cId="2482546811" sldId="310"/>
            <ac:graphicFrameMk id="14" creationId="{62612D72-5A4E-430E-8505-B2C209DA7C74}"/>
          </ac:graphicFrameMkLst>
        </pc:graphicFrameChg>
      </pc:sldChg>
      <pc:sldChg chg="addSp delSp modSp new mod modNotesTx">
        <pc:chgData name="Sai Kumar Garlapati" userId="15bdd0c448fbab1f" providerId="LiveId" clId="{EC9CDBB8-5778-46A5-ADBA-31D8C4AA5D70}" dt="2026-01-29T08:42:18.732" v="79"/>
        <pc:sldMkLst>
          <pc:docMk/>
          <pc:sldMk cId="3296828685" sldId="311"/>
        </pc:sldMkLst>
        <pc:spChg chg="mod">
          <ac:chgData name="Sai Kumar Garlapati" userId="15bdd0c448fbab1f" providerId="LiveId" clId="{EC9CDBB8-5778-46A5-ADBA-31D8C4AA5D70}" dt="2026-01-29T08:40:03.177" v="42"/>
          <ac:spMkLst>
            <pc:docMk/>
            <pc:sldMk cId="3296828685" sldId="311"/>
            <ac:spMk id="2" creationId="{7D3C539B-FEBA-0085-B3DB-EF3EB314F0E8}"/>
          </ac:spMkLst>
        </pc:spChg>
        <pc:spChg chg="del">
          <ac:chgData name="Sai Kumar Garlapati" userId="15bdd0c448fbab1f" providerId="LiveId" clId="{EC9CDBB8-5778-46A5-ADBA-31D8C4AA5D70}" dt="2026-01-29T08:36:12.608" v="16"/>
          <ac:spMkLst>
            <pc:docMk/>
            <pc:sldMk cId="3296828685" sldId="311"/>
            <ac:spMk id="3" creationId="{BB288944-BCCB-064C-2989-4CDE1321A30A}"/>
          </ac:spMkLst>
        </pc:spChg>
        <pc:spChg chg="add del mod">
          <ac:chgData name="Sai Kumar Garlapati" userId="15bdd0c448fbab1f" providerId="LiveId" clId="{EC9CDBB8-5778-46A5-ADBA-31D8C4AA5D70}" dt="2026-01-29T08:40:14.822" v="45"/>
          <ac:spMkLst>
            <pc:docMk/>
            <pc:sldMk cId="3296828685" sldId="311"/>
            <ac:spMk id="4" creationId="{27D8C851-10C6-16BD-7B49-9E94DF4B6EE1}"/>
          </ac:spMkLst>
        </pc:spChg>
        <pc:spChg chg="add del mod">
          <ac:chgData name="Sai Kumar Garlapati" userId="15bdd0c448fbab1f" providerId="LiveId" clId="{EC9CDBB8-5778-46A5-ADBA-31D8C4AA5D70}" dt="2026-01-29T08:41:00.341" v="60" actId="478"/>
          <ac:spMkLst>
            <pc:docMk/>
            <pc:sldMk cId="3296828685" sldId="311"/>
            <ac:spMk id="5" creationId="{75426A64-35A5-50E2-BA83-591481136A89}"/>
          </ac:spMkLst>
        </pc:spChg>
        <pc:spChg chg="add del mod">
          <ac:chgData name="Sai Kumar Garlapati" userId="15bdd0c448fbab1f" providerId="LiveId" clId="{EC9CDBB8-5778-46A5-ADBA-31D8C4AA5D70}" dt="2026-01-29T08:40:22.659" v="48" actId="478"/>
          <ac:spMkLst>
            <pc:docMk/>
            <pc:sldMk cId="3296828685" sldId="311"/>
            <ac:spMk id="6" creationId="{46267CDB-DA22-5CA8-5266-D3CCC1AF32C8}"/>
          </ac:spMkLst>
        </pc:spChg>
        <pc:spChg chg="add del mod">
          <ac:chgData name="Sai Kumar Garlapati" userId="15bdd0c448fbab1f" providerId="LiveId" clId="{EC9CDBB8-5778-46A5-ADBA-31D8C4AA5D70}" dt="2026-01-29T08:40:24.730" v="49"/>
          <ac:spMkLst>
            <pc:docMk/>
            <pc:sldMk cId="3296828685" sldId="311"/>
            <ac:spMk id="7" creationId="{CA56CDBD-54A3-68F3-EC21-AE91CE9AF333}"/>
          </ac:spMkLst>
        </pc:spChg>
        <pc:spChg chg="add mod">
          <ac:chgData name="Sai Kumar Garlapati" userId="15bdd0c448fbab1f" providerId="LiveId" clId="{EC9CDBB8-5778-46A5-ADBA-31D8C4AA5D70}" dt="2026-01-29T08:42:10.662" v="78" actId="20577"/>
          <ac:spMkLst>
            <pc:docMk/>
            <pc:sldMk cId="3296828685" sldId="311"/>
            <ac:spMk id="8" creationId="{464E7C74-7F56-F9FC-3CEA-D8E820889102}"/>
          </ac:spMkLst>
        </pc:spChg>
      </pc:sldChg>
      <pc:sldChg chg="addSp delSp modSp new mod modNotesTx">
        <pc:chgData name="Sai Kumar Garlapati" userId="15bdd0c448fbab1f" providerId="LiveId" clId="{EC9CDBB8-5778-46A5-ADBA-31D8C4AA5D70}" dt="2026-01-29T08:44:09.034" v="98" actId="20577"/>
        <pc:sldMkLst>
          <pc:docMk/>
          <pc:sldMk cId="327364708" sldId="312"/>
        </pc:sldMkLst>
        <pc:spChg chg="mod">
          <ac:chgData name="Sai Kumar Garlapati" userId="15bdd0c448fbab1f" providerId="LiveId" clId="{EC9CDBB8-5778-46A5-ADBA-31D8C4AA5D70}" dt="2026-01-29T08:42:33.545" v="80"/>
          <ac:spMkLst>
            <pc:docMk/>
            <pc:sldMk cId="327364708" sldId="312"/>
            <ac:spMk id="2" creationId="{455450A0-F9C2-5143-9838-786FA56C24C3}"/>
          </ac:spMkLst>
        </pc:spChg>
        <pc:spChg chg="del">
          <ac:chgData name="Sai Kumar Garlapati" userId="15bdd0c448fbab1f" providerId="LiveId" clId="{EC9CDBB8-5778-46A5-ADBA-31D8C4AA5D70}" dt="2026-01-29T08:42:44.496" v="81"/>
          <ac:spMkLst>
            <pc:docMk/>
            <pc:sldMk cId="327364708" sldId="312"/>
            <ac:spMk id="3" creationId="{D8FA47B3-EC41-159E-6611-30C6D4E880EB}"/>
          </ac:spMkLst>
        </pc:spChg>
        <pc:spChg chg="add mod">
          <ac:chgData name="Sai Kumar Garlapati" userId="15bdd0c448fbab1f" providerId="LiveId" clId="{EC9CDBB8-5778-46A5-ADBA-31D8C4AA5D70}" dt="2026-01-29T08:43:23.555" v="91" actId="14100"/>
          <ac:spMkLst>
            <pc:docMk/>
            <pc:sldMk cId="327364708" sldId="312"/>
            <ac:spMk id="4" creationId="{8F8F2613-2B22-9F40-226A-9E6FE61BD6EB}"/>
          </ac:spMkLst>
        </pc:spChg>
        <pc:picChg chg="add mod">
          <ac:chgData name="Sai Kumar Garlapati" userId="15bdd0c448fbab1f" providerId="LiveId" clId="{EC9CDBB8-5778-46A5-ADBA-31D8C4AA5D70}" dt="2026-01-29T08:43:50.463" v="95" actId="14100"/>
          <ac:picMkLst>
            <pc:docMk/>
            <pc:sldMk cId="327364708" sldId="312"/>
            <ac:picMk id="6" creationId="{56E228A4-2EE3-D121-5A5B-E5A7BD9F4DC1}"/>
          </ac:picMkLst>
        </pc:picChg>
      </pc:sldChg>
      <pc:sldChg chg="modSp new mod modNotesTx">
        <pc:chgData name="Sai Kumar Garlapati" userId="15bdd0c448fbab1f" providerId="LiveId" clId="{EC9CDBB8-5778-46A5-ADBA-31D8C4AA5D70}" dt="2026-01-29T08:44:52.142" v="104" actId="20577"/>
        <pc:sldMkLst>
          <pc:docMk/>
          <pc:sldMk cId="2716257802" sldId="313"/>
        </pc:sldMkLst>
        <pc:spChg chg="mod">
          <ac:chgData name="Sai Kumar Garlapati" userId="15bdd0c448fbab1f" providerId="LiveId" clId="{EC9CDBB8-5778-46A5-ADBA-31D8C4AA5D70}" dt="2026-01-29T08:44:23.592" v="99"/>
          <ac:spMkLst>
            <pc:docMk/>
            <pc:sldMk cId="2716257802" sldId="313"/>
            <ac:spMk id="2" creationId="{2F50D02C-1540-5D53-BEF1-5B113E16AB14}"/>
          </ac:spMkLst>
        </pc:spChg>
        <pc:spChg chg="mod">
          <ac:chgData name="Sai Kumar Garlapati" userId="15bdd0c448fbab1f" providerId="LiveId" clId="{EC9CDBB8-5778-46A5-ADBA-31D8C4AA5D70}" dt="2026-01-29T08:44:43.135" v="102" actId="255"/>
          <ac:spMkLst>
            <pc:docMk/>
            <pc:sldMk cId="2716257802" sldId="313"/>
            <ac:spMk id="3" creationId="{6F1DBC74-C3D9-3602-B294-6892EEE26471}"/>
          </ac:spMkLst>
        </pc:spChg>
      </pc:sldChg>
      <pc:sldChg chg="modSp new mod modNotesTx">
        <pc:chgData name="Sai Kumar Garlapati" userId="15bdd0c448fbab1f" providerId="LiveId" clId="{EC9CDBB8-5778-46A5-ADBA-31D8C4AA5D70}" dt="2026-01-29T08:45:22.879" v="111" actId="20577"/>
        <pc:sldMkLst>
          <pc:docMk/>
          <pc:sldMk cId="600029016" sldId="314"/>
        </pc:sldMkLst>
        <pc:spChg chg="mod">
          <ac:chgData name="Sai Kumar Garlapati" userId="15bdd0c448fbab1f" providerId="LiveId" clId="{EC9CDBB8-5778-46A5-ADBA-31D8C4AA5D70}" dt="2026-01-29T08:44:59.467" v="106"/>
          <ac:spMkLst>
            <pc:docMk/>
            <pc:sldMk cId="600029016" sldId="314"/>
            <ac:spMk id="2" creationId="{5266A5A7-3F44-1B48-974A-1D25333E516E}"/>
          </ac:spMkLst>
        </pc:spChg>
        <pc:spChg chg="mod">
          <ac:chgData name="Sai Kumar Garlapati" userId="15bdd0c448fbab1f" providerId="LiveId" clId="{EC9CDBB8-5778-46A5-ADBA-31D8C4AA5D70}" dt="2026-01-29T08:45:14.822" v="109" actId="255"/>
          <ac:spMkLst>
            <pc:docMk/>
            <pc:sldMk cId="600029016" sldId="314"/>
            <ac:spMk id="3" creationId="{56158A31-E55E-EDF9-D862-D7E8EFB9015F}"/>
          </ac:spMkLst>
        </pc:spChg>
      </pc:sldChg>
      <pc:sldChg chg="addSp delSp modSp new mod modNotesTx">
        <pc:chgData name="Sai Kumar Garlapati" userId="15bdd0c448fbab1f" providerId="LiveId" clId="{EC9CDBB8-5778-46A5-ADBA-31D8C4AA5D70}" dt="2026-01-29T09:05:07.856" v="251" actId="478"/>
        <pc:sldMkLst>
          <pc:docMk/>
          <pc:sldMk cId="1002816937" sldId="315"/>
        </pc:sldMkLst>
        <pc:spChg chg="mod">
          <ac:chgData name="Sai Kumar Garlapati" userId="15bdd0c448fbab1f" providerId="LiveId" clId="{EC9CDBB8-5778-46A5-ADBA-31D8C4AA5D70}" dt="2026-01-29T08:45:35.441" v="113"/>
          <ac:spMkLst>
            <pc:docMk/>
            <pc:sldMk cId="1002816937" sldId="315"/>
            <ac:spMk id="2" creationId="{4E528D8E-18CC-C0B1-189D-0D227F21BD9B}"/>
          </ac:spMkLst>
        </pc:spChg>
        <pc:spChg chg="add del mod">
          <ac:chgData name="Sai Kumar Garlapati" userId="15bdd0c448fbab1f" providerId="LiveId" clId="{EC9CDBB8-5778-46A5-ADBA-31D8C4AA5D70}" dt="2026-01-29T09:03:05.929" v="240" actId="22"/>
          <ac:spMkLst>
            <pc:docMk/>
            <pc:sldMk cId="1002816937" sldId="315"/>
            <ac:spMk id="3" creationId="{AF0E7287-CDB7-FF92-F702-F0576BB2E071}"/>
          </ac:spMkLst>
        </pc:spChg>
        <pc:spChg chg="add del mod">
          <ac:chgData name="Sai Kumar Garlapati" userId="15bdd0c448fbab1f" providerId="LiveId" clId="{EC9CDBB8-5778-46A5-ADBA-31D8C4AA5D70}" dt="2026-01-29T08:46:40.408" v="149"/>
          <ac:spMkLst>
            <pc:docMk/>
            <pc:sldMk cId="1002816937" sldId="315"/>
            <ac:spMk id="4" creationId="{A39BED08-588B-765A-98A7-52C28A9D77FC}"/>
          </ac:spMkLst>
        </pc:spChg>
        <pc:spChg chg="add del mod">
          <ac:chgData name="Sai Kumar Garlapati" userId="15bdd0c448fbab1f" providerId="LiveId" clId="{EC9CDBB8-5778-46A5-ADBA-31D8C4AA5D70}" dt="2026-01-29T09:05:07.856" v="251" actId="478"/>
          <ac:spMkLst>
            <pc:docMk/>
            <pc:sldMk cId="1002816937" sldId="315"/>
            <ac:spMk id="10" creationId="{FB8F2DF6-BD95-3575-205F-672C4ED76A81}"/>
          </ac:spMkLst>
        </pc:spChg>
        <pc:picChg chg="add del mod ord">
          <ac:chgData name="Sai Kumar Garlapati" userId="15bdd0c448fbab1f" providerId="LiveId" clId="{EC9CDBB8-5778-46A5-ADBA-31D8C4AA5D70}" dt="2026-01-29T09:04:45.459" v="245" actId="478"/>
          <ac:picMkLst>
            <pc:docMk/>
            <pc:sldMk cId="1002816937" sldId="315"/>
            <ac:picMk id="6" creationId="{B1821FF1-6FA2-DEA2-3DA1-9EC6053571F1}"/>
          </ac:picMkLst>
        </pc:picChg>
        <pc:picChg chg="add mod">
          <ac:chgData name="Sai Kumar Garlapati" userId="15bdd0c448fbab1f" providerId="LiveId" clId="{EC9CDBB8-5778-46A5-ADBA-31D8C4AA5D70}" dt="2026-01-29T09:05:01.835" v="250" actId="1076"/>
          <ac:picMkLst>
            <pc:docMk/>
            <pc:sldMk cId="1002816937" sldId="315"/>
            <ac:picMk id="8" creationId="{0320AE2B-66AD-EB1A-4EB6-21685D8E4FA3}"/>
          </ac:picMkLst>
        </pc:picChg>
      </pc:sldChg>
      <pc:sldChg chg="addSp delSp modSp new mod">
        <pc:chgData name="Sai Kumar Garlapati" userId="15bdd0c448fbab1f" providerId="LiveId" clId="{EC9CDBB8-5778-46A5-ADBA-31D8C4AA5D70}" dt="2026-01-29T08:48:31.105" v="166" actId="1076"/>
        <pc:sldMkLst>
          <pc:docMk/>
          <pc:sldMk cId="94329677" sldId="316"/>
        </pc:sldMkLst>
        <pc:spChg chg="mod">
          <ac:chgData name="Sai Kumar Garlapati" userId="15bdd0c448fbab1f" providerId="LiveId" clId="{EC9CDBB8-5778-46A5-ADBA-31D8C4AA5D70}" dt="2026-01-29T08:48:04.111" v="161"/>
          <ac:spMkLst>
            <pc:docMk/>
            <pc:sldMk cId="94329677" sldId="316"/>
            <ac:spMk id="2" creationId="{0AFBF2B2-A045-D8D3-146A-4CEA6216E5C0}"/>
          </ac:spMkLst>
        </pc:spChg>
        <pc:spChg chg="del">
          <ac:chgData name="Sai Kumar Garlapati" userId="15bdd0c448fbab1f" providerId="LiveId" clId="{EC9CDBB8-5778-46A5-ADBA-31D8C4AA5D70}" dt="2026-01-29T08:48:08.262" v="162"/>
          <ac:spMkLst>
            <pc:docMk/>
            <pc:sldMk cId="94329677" sldId="316"/>
            <ac:spMk id="3" creationId="{FA96D1A3-46BE-B38E-24C0-1C231AAECCC2}"/>
          </ac:spMkLst>
        </pc:spChg>
        <pc:spChg chg="add mod">
          <ac:chgData name="Sai Kumar Garlapati" userId="15bdd0c448fbab1f" providerId="LiveId" clId="{EC9CDBB8-5778-46A5-ADBA-31D8C4AA5D70}" dt="2026-01-29T08:48:31.105" v="166" actId="1076"/>
          <ac:spMkLst>
            <pc:docMk/>
            <pc:sldMk cId="94329677" sldId="316"/>
            <ac:spMk id="4" creationId="{A8722C4F-CD0B-AD43-61DD-4CFE4E49F56A}"/>
          </ac:spMkLst>
        </pc:spChg>
      </pc:sldChg>
      <pc:sldChg chg="addSp delSp modSp new mod">
        <pc:chgData name="Sai Kumar Garlapati" userId="15bdd0c448fbab1f" providerId="LiveId" clId="{EC9CDBB8-5778-46A5-ADBA-31D8C4AA5D70}" dt="2026-01-29T09:11:12.767" v="287" actId="478"/>
        <pc:sldMkLst>
          <pc:docMk/>
          <pc:sldMk cId="3363989898" sldId="317"/>
        </pc:sldMkLst>
        <pc:spChg chg="mod">
          <ac:chgData name="Sai Kumar Garlapati" userId="15bdd0c448fbab1f" providerId="LiveId" clId="{EC9CDBB8-5778-46A5-ADBA-31D8C4AA5D70}" dt="2026-01-29T08:47:04.186" v="151"/>
          <ac:spMkLst>
            <pc:docMk/>
            <pc:sldMk cId="3363989898" sldId="317"/>
            <ac:spMk id="2" creationId="{CEC8EAEE-1C59-1C8F-FE9B-81F631DC730B}"/>
          </ac:spMkLst>
        </pc:spChg>
        <pc:spChg chg="del">
          <ac:chgData name="Sai Kumar Garlapati" userId="15bdd0c448fbab1f" providerId="LiveId" clId="{EC9CDBB8-5778-46A5-ADBA-31D8C4AA5D70}" dt="2026-01-29T09:09:04.955" v="252" actId="22"/>
          <ac:spMkLst>
            <pc:docMk/>
            <pc:sldMk cId="3363989898" sldId="317"/>
            <ac:spMk id="3" creationId="{718164C6-E738-A306-6992-F895D4E955A6}"/>
          </ac:spMkLst>
        </pc:spChg>
        <pc:spChg chg="add del mod">
          <ac:chgData name="Sai Kumar Garlapati" userId="15bdd0c448fbab1f" providerId="LiveId" clId="{EC9CDBB8-5778-46A5-ADBA-31D8C4AA5D70}" dt="2026-01-29T09:10:18.636" v="262"/>
          <ac:spMkLst>
            <pc:docMk/>
            <pc:sldMk cId="3363989898" sldId="317"/>
            <ac:spMk id="6" creationId="{8D3929B7-DA52-93B0-A44B-B2EE98F84809}"/>
          </ac:spMkLst>
        </pc:spChg>
        <pc:spChg chg="add del">
          <ac:chgData name="Sai Kumar Garlapati" userId="15bdd0c448fbab1f" providerId="LiveId" clId="{EC9CDBB8-5778-46A5-ADBA-31D8C4AA5D70}" dt="2026-01-29T09:10:14.924" v="260"/>
          <ac:spMkLst>
            <pc:docMk/>
            <pc:sldMk cId="3363989898" sldId="317"/>
            <ac:spMk id="7" creationId="{CF5D7FAF-224B-508C-7713-2D35E46DD9FD}"/>
          </ac:spMkLst>
        </pc:spChg>
        <pc:spChg chg="add del mod">
          <ac:chgData name="Sai Kumar Garlapati" userId="15bdd0c448fbab1f" providerId="LiveId" clId="{EC9CDBB8-5778-46A5-ADBA-31D8C4AA5D70}" dt="2026-01-29T09:11:12.767" v="287" actId="478"/>
          <ac:spMkLst>
            <pc:docMk/>
            <pc:sldMk cId="3363989898" sldId="317"/>
            <ac:spMk id="8" creationId="{C756B8FF-E12F-7599-3BFB-CE8A414CB4F9}"/>
          </ac:spMkLst>
        </pc:spChg>
        <pc:spChg chg="add del">
          <ac:chgData name="Sai Kumar Garlapati" userId="15bdd0c448fbab1f" providerId="LiveId" clId="{EC9CDBB8-5778-46A5-ADBA-31D8C4AA5D70}" dt="2026-01-29T09:10:28.034" v="265"/>
          <ac:spMkLst>
            <pc:docMk/>
            <pc:sldMk cId="3363989898" sldId="317"/>
            <ac:spMk id="9" creationId="{39C2DE79-96B8-CFB9-24BA-9433EA60CA17}"/>
          </ac:spMkLst>
        </pc:spChg>
        <pc:spChg chg="add del mod">
          <ac:chgData name="Sai Kumar Garlapati" userId="15bdd0c448fbab1f" providerId="LiveId" clId="{EC9CDBB8-5778-46A5-ADBA-31D8C4AA5D70}" dt="2026-01-29T09:10:53.430" v="279"/>
          <ac:spMkLst>
            <pc:docMk/>
            <pc:sldMk cId="3363989898" sldId="317"/>
            <ac:spMk id="10" creationId="{B8EBC1E9-8694-4ED6-5C98-36A10C1C9034}"/>
          </ac:spMkLst>
        </pc:spChg>
        <pc:spChg chg="add del">
          <ac:chgData name="Sai Kumar Garlapati" userId="15bdd0c448fbab1f" providerId="LiveId" clId="{EC9CDBB8-5778-46A5-ADBA-31D8C4AA5D70}" dt="2026-01-29T09:11:00.755" v="286"/>
          <ac:spMkLst>
            <pc:docMk/>
            <pc:sldMk cId="3363989898" sldId="317"/>
            <ac:spMk id="11" creationId="{F746D357-8ED4-47EE-981F-A226A85696FB}"/>
          </ac:spMkLst>
        </pc:spChg>
        <pc:picChg chg="add mod ord">
          <ac:chgData name="Sai Kumar Garlapati" userId="15bdd0c448fbab1f" providerId="LiveId" clId="{EC9CDBB8-5778-46A5-ADBA-31D8C4AA5D70}" dt="2026-01-29T09:09:38.773" v="257" actId="14100"/>
          <ac:picMkLst>
            <pc:docMk/>
            <pc:sldMk cId="3363989898" sldId="317"/>
            <ac:picMk id="5" creationId="{4FC25743-153E-86AB-E03D-26DC8226E34E}"/>
          </ac:picMkLst>
        </pc:picChg>
      </pc:sldChg>
      <pc:sldChg chg="modSp new mod modNotesTx">
        <pc:chgData name="Sai Kumar Garlapati" userId="15bdd0c448fbab1f" providerId="LiveId" clId="{EC9CDBB8-5778-46A5-ADBA-31D8C4AA5D70}" dt="2026-01-29T08:47:50.899" v="160" actId="20577"/>
        <pc:sldMkLst>
          <pc:docMk/>
          <pc:sldMk cId="621331504" sldId="318"/>
        </pc:sldMkLst>
        <pc:spChg chg="mod">
          <ac:chgData name="Sai Kumar Garlapati" userId="15bdd0c448fbab1f" providerId="LiveId" clId="{EC9CDBB8-5778-46A5-ADBA-31D8C4AA5D70}" dt="2026-01-29T08:47:19.057" v="153"/>
          <ac:spMkLst>
            <pc:docMk/>
            <pc:sldMk cId="621331504" sldId="318"/>
            <ac:spMk id="2" creationId="{F5429DFC-F054-D2DC-BA4E-6CBAF3DC6FD1}"/>
          </ac:spMkLst>
        </pc:spChg>
        <pc:spChg chg="mod">
          <ac:chgData name="Sai Kumar Garlapati" userId="15bdd0c448fbab1f" providerId="LiveId" clId="{EC9CDBB8-5778-46A5-ADBA-31D8C4AA5D70}" dt="2026-01-29T08:47:37.118" v="156" actId="255"/>
          <ac:spMkLst>
            <pc:docMk/>
            <pc:sldMk cId="621331504" sldId="318"/>
            <ac:spMk id="3" creationId="{6EBCECB7-3DC4-2023-A403-53427BA06885}"/>
          </ac:spMkLst>
        </pc:spChg>
      </pc:sldChg>
      <pc:sldChg chg="addSp delSp modSp new mod">
        <pc:chgData name="Sai Kumar Garlapati" userId="15bdd0c448fbab1f" providerId="LiveId" clId="{EC9CDBB8-5778-46A5-ADBA-31D8C4AA5D70}" dt="2026-01-29T09:11:28.459" v="288" actId="1076"/>
        <pc:sldMkLst>
          <pc:docMk/>
          <pc:sldMk cId="3189668153" sldId="319"/>
        </pc:sldMkLst>
        <pc:spChg chg="mod">
          <ac:chgData name="Sai Kumar Garlapati" userId="15bdd0c448fbab1f" providerId="LiveId" clId="{EC9CDBB8-5778-46A5-ADBA-31D8C4AA5D70}" dt="2026-01-29T08:48:43.253" v="168"/>
          <ac:spMkLst>
            <pc:docMk/>
            <pc:sldMk cId="3189668153" sldId="319"/>
            <ac:spMk id="2" creationId="{224FEBBE-16CE-2425-4169-31FE77B67300}"/>
          </ac:spMkLst>
        </pc:spChg>
        <pc:spChg chg="add del">
          <ac:chgData name="Sai Kumar Garlapati" userId="15bdd0c448fbab1f" providerId="LiveId" clId="{EC9CDBB8-5778-46A5-ADBA-31D8C4AA5D70}" dt="2026-01-29T08:49:53.760" v="185"/>
          <ac:spMkLst>
            <pc:docMk/>
            <pc:sldMk cId="3189668153" sldId="319"/>
            <ac:spMk id="3" creationId="{21783B1F-5338-CA63-D166-EB2D65AD9949}"/>
          </ac:spMkLst>
        </pc:spChg>
        <pc:picChg chg="add del mod">
          <ac:chgData name="Sai Kumar Garlapati" userId="15bdd0c448fbab1f" providerId="LiveId" clId="{EC9CDBB8-5778-46A5-ADBA-31D8C4AA5D70}" dt="2026-01-29T08:49:46.917" v="184"/>
          <ac:picMkLst>
            <pc:docMk/>
            <pc:sldMk cId="3189668153" sldId="319"/>
            <ac:picMk id="7170" creationId="{40BC8456-D192-435A-515F-05FFA8D1D23F}"/>
          </ac:picMkLst>
        </pc:picChg>
        <pc:picChg chg="add mod">
          <ac:chgData name="Sai Kumar Garlapati" userId="15bdd0c448fbab1f" providerId="LiveId" clId="{EC9CDBB8-5778-46A5-ADBA-31D8C4AA5D70}" dt="2026-01-29T09:11:28.459" v="288" actId="1076"/>
          <ac:picMkLst>
            <pc:docMk/>
            <pc:sldMk cId="3189668153" sldId="319"/>
            <ac:picMk id="7172" creationId="{9F47E20C-7BCA-BD24-57E0-15696185D8AA}"/>
          </ac:picMkLst>
        </pc:picChg>
        <pc:picChg chg="add del mod">
          <ac:chgData name="Sai Kumar Garlapati" userId="15bdd0c448fbab1f" providerId="LiveId" clId="{EC9CDBB8-5778-46A5-ADBA-31D8C4AA5D70}" dt="2026-01-29T08:50:27.289" v="189" actId="478"/>
          <ac:picMkLst>
            <pc:docMk/>
            <pc:sldMk cId="3189668153" sldId="319"/>
            <ac:picMk id="7174" creationId="{F27D6B51-3A84-5FC0-C56B-5BA4E55E39E9}"/>
          </ac:picMkLst>
        </pc:picChg>
        <pc:picChg chg="add del mod">
          <ac:chgData name="Sai Kumar Garlapati" userId="15bdd0c448fbab1f" providerId="LiveId" clId="{EC9CDBB8-5778-46A5-ADBA-31D8C4AA5D70}" dt="2026-01-29T08:51:12.173" v="194" actId="21"/>
          <ac:picMkLst>
            <pc:docMk/>
            <pc:sldMk cId="3189668153" sldId="319"/>
            <ac:picMk id="7176" creationId="{B1DDAFF6-4205-4BAB-76D9-DA70077D77E9}"/>
          </ac:picMkLst>
        </pc:picChg>
      </pc:sldChg>
      <pc:sldChg chg="addSp delSp modSp new mod">
        <pc:chgData name="Sai Kumar Garlapati" userId="15bdd0c448fbab1f" providerId="LiveId" clId="{EC9CDBB8-5778-46A5-ADBA-31D8C4AA5D70}" dt="2026-01-29T09:32:53.016" v="291" actId="1035"/>
        <pc:sldMkLst>
          <pc:docMk/>
          <pc:sldMk cId="3558283377" sldId="320"/>
        </pc:sldMkLst>
        <pc:spChg chg="mod">
          <ac:chgData name="Sai Kumar Garlapati" userId="15bdd0c448fbab1f" providerId="LiveId" clId="{EC9CDBB8-5778-46A5-ADBA-31D8C4AA5D70}" dt="2026-01-29T08:49:33.170" v="182" actId="20577"/>
          <ac:spMkLst>
            <pc:docMk/>
            <pc:sldMk cId="3558283377" sldId="320"/>
            <ac:spMk id="2" creationId="{EEE41F32-FE1F-B709-85A3-B0145F79998A}"/>
          </ac:spMkLst>
        </pc:spChg>
        <pc:spChg chg="del">
          <ac:chgData name="Sai Kumar Garlapati" userId="15bdd0c448fbab1f" providerId="LiveId" clId="{EC9CDBB8-5778-46A5-ADBA-31D8C4AA5D70}" dt="2026-01-29T08:49:05.451" v="170"/>
          <ac:spMkLst>
            <pc:docMk/>
            <pc:sldMk cId="3558283377" sldId="320"/>
            <ac:spMk id="3" creationId="{585CD855-B69A-4A61-682E-993695AC4672}"/>
          </ac:spMkLst>
        </pc:spChg>
        <pc:picChg chg="add mod">
          <ac:chgData name="Sai Kumar Garlapati" userId="15bdd0c448fbab1f" providerId="LiveId" clId="{EC9CDBB8-5778-46A5-ADBA-31D8C4AA5D70}" dt="2026-01-29T08:49:08.366" v="171" actId="1076"/>
          <ac:picMkLst>
            <pc:docMk/>
            <pc:sldMk cId="3558283377" sldId="320"/>
            <ac:picMk id="6146" creationId="{158A7681-7F45-E862-520F-1F81BBAD1257}"/>
          </ac:picMkLst>
        </pc:picChg>
        <pc:picChg chg="add mod">
          <ac:chgData name="Sai Kumar Garlapati" userId="15bdd0c448fbab1f" providerId="LiveId" clId="{EC9CDBB8-5778-46A5-ADBA-31D8C4AA5D70}" dt="2026-01-29T09:32:53.016" v="291" actId="1035"/>
          <ac:picMkLst>
            <pc:docMk/>
            <pc:sldMk cId="3558283377" sldId="320"/>
            <ac:picMk id="6148" creationId="{86D1827F-FB49-1036-6F85-AF2E3541BCDC}"/>
          </ac:picMkLst>
        </pc:picChg>
      </pc:sldChg>
      <pc:sldChg chg="addSp delSp modSp new mod modClrScheme chgLayout">
        <pc:chgData name="Sai Kumar Garlapati" userId="15bdd0c448fbab1f" providerId="LiveId" clId="{EC9CDBB8-5778-46A5-ADBA-31D8C4AA5D70}" dt="2026-01-29T09:31:24.220" v="289" actId="1076"/>
        <pc:sldMkLst>
          <pc:docMk/>
          <pc:sldMk cId="551521270" sldId="321"/>
        </pc:sldMkLst>
        <pc:spChg chg="del">
          <ac:chgData name="Sai Kumar Garlapati" userId="15bdd0c448fbab1f" providerId="LiveId" clId="{EC9CDBB8-5778-46A5-ADBA-31D8C4AA5D70}" dt="2026-01-29T08:51:27.237" v="198" actId="478"/>
          <ac:spMkLst>
            <pc:docMk/>
            <pc:sldMk cId="551521270" sldId="321"/>
            <ac:spMk id="2" creationId="{2B170054-2051-3B3A-1AF8-F6F2C1854BA6}"/>
          </ac:spMkLst>
        </pc:spChg>
        <pc:spChg chg="del">
          <ac:chgData name="Sai Kumar Garlapati" userId="15bdd0c448fbab1f" providerId="LiveId" clId="{EC9CDBB8-5778-46A5-ADBA-31D8C4AA5D70}" dt="2026-01-29T08:51:14.920" v="195"/>
          <ac:spMkLst>
            <pc:docMk/>
            <pc:sldMk cId="551521270" sldId="321"/>
            <ac:spMk id="3" creationId="{B1E35C1B-3597-E2CA-B39E-6F70AC4E9767}"/>
          </ac:spMkLst>
        </pc:spChg>
        <pc:picChg chg="add mod ord">
          <ac:chgData name="Sai Kumar Garlapati" userId="15bdd0c448fbab1f" providerId="LiveId" clId="{EC9CDBB8-5778-46A5-ADBA-31D8C4AA5D70}" dt="2026-01-29T09:31:24.220" v="289" actId="1076"/>
          <ac:picMkLst>
            <pc:docMk/>
            <pc:sldMk cId="551521270" sldId="321"/>
            <ac:picMk id="4" creationId="{6ECE73DF-79F7-BD09-3B1B-1113B906A0F4}"/>
          </ac:picMkLst>
        </pc:picChg>
        <pc:picChg chg="add mod">
          <ac:chgData name="Sai Kumar Garlapati" userId="15bdd0c448fbab1f" providerId="LiveId" clId="{EC9CDBB8-5778-46A5-ADBA-31D8C4AA5D70}" dt="2026-01-29T08:52:02.741" v="207" actId="1076"/>
          <ac:picMkLst>
            <pc:docMk/>
            <pc:sldMk cId="551521270" sldId="321"/>
            <ac:picMk id="8194" creationId="{A5CA7AE7-94D0-9A88-A1C4-ECF27853479B}"/>
          </ac:picMkLst>
        </pc:picChg>
      </pc:sldChg>
      <pc:sldChg chg="addSp modSp new">
        <pc:chgData name="Sai Kumar Garlapati" userId="15bdd0c448fbab1f" providerId="LiveId" clId="{EC9CDBB8-5778-46A5-ADBA-31D8C4AA5D70}" dt="2026-01-29T08:53:11.967" v="215" actId="1076"/>
        <pc:sldMkLst>
          <pc:docMk/>
          <pc:sldMk cId="3542933830" sldId="322"/>
        </pc:sldMkLst>
        <pc:picChg chg="add mod">
          <ac:chgData name="Sai Kumar Garlapati" userId="15bdd0c448fbab1f" providerId="LiveId" clId="{EC9CDBB8-5778-46A5-ADBA-31D8C4AA5D70}" dt="2026-01-29T08:52:18.367" v="211" actId="1076"/>
          <ac:picMkLst>
            <pc:docMk/>
            <pc:sldMk cId="3542933830" sldId="322"/>
            <ac:picMk id="9218" creationId="{DE7F222B-4E1B-FEF9-0B3E-CCC58A258A28}"/>
          </ac:picMkLst>
        </pc:picChg>
        <pc:picChg chg="add mod">
          <ac:chgData name="Sai Kumar Garlapati" userId="15bdd0c448fbab1f" providerId="LiveId" clId="{EC9CDBB8-5778-46A5-ADBA-31D8C4AA5D70}" dt="2026-01-29T08:53:11.967" v="215" actId="1076"/>
          <ac:picMkLst>
            <pc:docMk/>
            <pc:sldMk cId="3542933830" sldId="322"/>
            <ac:picMk id="9220" creationId="{ECECF11D-DBD6-6BD8-FBB1-C296CDF65196}"/>
          </ac:picMkLst>
        </pc:picChg>
      </pc:sldChg>
      <pc:sldChg chg="modSp new mod">
        <pc:chgData name="Sai Kumar Garlapati" userId="15bdd0c448fbab1f" providerId="LiveId" clId="{EC9CDBB8-5778-46A5-ADBA-31D8C4AA5D70}" dt="2026-01-29T08:59:16.377" v="223" actId="2711"/>
        <pc:sldMkLst>
          <pc:docMk/>
          <pc:sldMk cId="714196776" sldId="323"/>
        </pc:sldMkLst>
        <pc:spChg chg="mod">
          <ac:chgData name="Sai Kumar Garlapati" userId="15bdd0c448fbab1f" providerId="LiveId" clId="{EC9CDBB8-5778-46A5-ADBA-31D8C4AA5D70}" dt="2026-01-29T08:59:02.473" v="217"/>
          <ac:spMkLst>
            <pc:docMk/>
            <pc:sldMk cId="714196776" sldId="323"/>
            <ac:spMk id="2" creationId="{32BF65B7-AA0A-24CF-B184-3A9C2463BD4E}"/>
          </ac:spMkLst>
        </pc:spChg>
        <pc:spChg chg="mod">
          <ac:chgData name="Sai Kumar Garlapati" userId="15bdd0c448fbab1f" providerId="LiveId" clId="{EC9CDBB8-5778-46A5-ADBA-31D8C4AA5D70}" dt="2026-01-29T08:59:16.377" v="223" actId="2711"/>
          <ac:spMkLst>
            <pc:docMk/>
            <pc:sldMk cId="714196776" sldId="323"/>
            <ac:spMk id="3" creationId="{CEA0F7F1-308E-2DE4-F2F1-5B72891E5F57}"/>
          </ac:spMkLst>
        </pc:spChg>
      </pc:sldChg>
      <pc:sldChg chg="addSp delSp modSp new mod">
        <pc:chgData name="Sai Kumar Garlapati" userId="15bdd0c448fbab1f" providerId="LiveId" clId="{EC9CDBB8-5778-46A5-ADBA-31D8C4AA5D70}" dt="2026-01-29T08:59:55.014" v="236" actId="1076"/>
        <pc:sldMkLst>
          <pc:docMk/>
          <pc:sldMk cId="4200971903" sldId="324"/>
        </pc:sldMkLst>
        <pc:spChg chg="mod">
          <ac:chgData name="Sai Kumar Garlapati" userId="15bdd0c448fbab1f" providerId="LiveId" clId="{EC9CDBB8-5778-46A5-ADBA-31D8C4AA5D70}" dt="2026-01-29T08:59:28.775" v="227"/>
          <ac:spMkLst>
            <pc:docMk/>
            <pc:sldMk cId="4200971903" sldId="324"/>
            <ac:spMk id="2" creationId="{F3585C77-02E8-9884-E02E-01EFCD8F7B77}"/>
          </ac:spMkLst>
        </pc:spChg>
        <pc:spChg chg="del">
          <ac:chgData name="Sai Kumar Garlapati" userId="15bdd0c448fbab1f" providerId="LiveId" clId="{EC9CDBB8-5778-46A5-ADBA-31D8C4AA5D70}" dt="2026-01-29T08:59:34.602" v="228"/>
          <ac:spMkLst>
            <pc:docMk/>
            <pc:sldMk cId="4200971903" sldId="324"/>
            <ac:spMk id="3" creationId="{BD2E3B2C-F6EE-DD6E-B7CE-E5937456FB9D}"/>
          </ac:spMkLst>
        </pc:spChg>
        <pc:spChg chg="add mod">
          <ac:chgData name="Sai Kumar Garlapati" userId="15bdd0c448fbab1f" providerId="LiveId" clId="{EC9CDBB8-5778-46A5-ADBA-31D8C4AA5D70}" dt="2026-01-29T08:59:27.391" v="226" actId="571"/>
          <ac:spMkLst>
            <pc:docMk/>
            <pc:sldMk cId="4200971903" sldId="324"/>
            <ac:spMk id="4" creationId="{556DA617-2166-6670-2EAC-0CE62412D254}"/>
          </ac:spMkLst>
        </pc:spChg>
        <pc:spChg chg="add mod">
          <ac:chgData name="Sai Kumar Garlapati" userId="15bdd0c448fbab1f" providerId="LiveId" clId="{EC9CDBB8-5778-46A5-ADBA-31D8C4AA5D70}" dt="2026-01-29T08:59:55.014" v="236" actId="1076"/>
          <ac:spMkLst>
            <pc:docMk/>
            <pc:sldMk cId="4200971903" sldId="324"/>
            <ac:spMk id="5" creationId="{7CA26D38-07A7-50CB-ECD4-DAF9E256B1C3}"/>
          </ac:spMkLst>
        </pc:spChg>
      </pc:sldChg>
      <pc:sldChg chg="addSp delSp modSp new">
        <pc:chgData name="Sai Kumar Garlapati" userId="15bdd0c448fbab1f" providerId="LiveId" clId="{EC9CDBB8-5778-46A5-ADBA-31D8C4AA5D70}" dt="2026-01-29T09:47:40.162" v="293"/>
        <pc:sldMkLst>
          <pc:docMk/>
          <pc:sldMk cId="1973338252" sldId="325"/>
        </pc:sldMkLst>
        <pc:spChg chg="del">
          <ac:chgData name="Sai Kumar Garlapati" userId="15bdd0c448fbab1f" providerId="LiveId" clId="{EC9CDBB8-5778-46A5-ADBA-31D8C4AA5D70}" dt="2026-01-29T09:47:40.162" v="293"/>
          <ac:spMkLst>
            <pc:docMk/>
            <pc:sldMk cId="1973338252" sldId="325"/>
            <ac:spMk id="3" creationId="{297FED96-11E3-9704-E0DA-44C27D9F469D}"/>
          </ac:spMkLst>
        </pc:spChg>
        <pc:picChg chg="add mod">
          <ac:chgData name="Sai Kumar Garlapati" userId="15bdd0c448fbab1f" providerId="LiveId" clId="{EC9CDBB8-5778-46A5-ADBA-31D8C4AA5D70}" dt="2026-01-29T09:47:40.162" v="293"/>
          <ac:picMkLst>
            <pc:docMk/>
            <pc:sldMk cId="1973338252" sldId="325"/>
            <ac:picMk id="1026" creationId="{F1F94648-0381-C19B-B63C-2302A06C957E}"/>
          </ac:picMkLst>
        </pc:picChg>
      </pc:sldChg>
      <pc:sldChg chg="addSp delSp modSp new">
        <pc:chgData name="Sai Kumar Garlapati" userId="15bdd0c448fbab1f" providerId="LiveId" clId="{EC9CDBB8-5778-46A5-ADBA-31D8C4AA5D70}" dt="2026-01-29T09:47:47.337" v="295"/>
        <pc:sldMkLst>
          <pc:docMk/>
          <pc:sldMk cId="310114349" sldId="326"/>
        </pc:sldMkLst>
        <pc:spChg chg="del">
          <ac:chgData name="Sai Kumar Garlapati" userId="15bdd0c448fbab1f" providerId="LiveId" clId="{EC9CDBB8-5778-46A5-ADBA-31D8C4AA5D70}" dt="2026-01-29T09:47:47.337" v="295"/>
          <ac:spMkLst>
            <pc:docMk/>
            <pc:sldMk cId="310114349" sldId="326"/>
            <ac:spMk id="3" creationId="{052FEB7E-1E5E-BDE5-D258-3C2177F17113}"/>
          </ac:spMkLst>
        </pc:spChg>
        <pc:picChg chg="add mod">
          <ac:chgData name="Sai Kumar Garlapati" userId="15bdd0c448fbab1f" providerId="LiveId" clId="{EC9CDBB8-5778-46A5-ADBA-31D8C4AA5D70}" dt="2026-01-29T09:47:47.337" v="295"/>
          <ac:picMkLst>
            <pc:docMk/>
            <pc:sldMk cId="310114349" sldId="326"/>
            <ac:picMk id="2050" creationId="{E3B1FCF2-002C-1944-5FA5-480CE366358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EDCFF6-9F97-4AEB-8195-EA88316BD2A7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82A44-E6A9-4323-BFD6-5204AF02E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215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report summarizes the restructuring of the PINN codebase and exploratory trial runs performed using two different preprocessing strategies, focusing on understanding model behavior rather than drawing conclusions.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82A44-E6A9-4323-BFD6-5204AF02E20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1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this stage, the goal is not performance optimization but clarity, control, and understanding of how different components influence results.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82A44-E6A9-4323-BFD6-5204AF02E20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391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Making changes in the original code risked unintended side effects, which motivated a deeper structural analysis.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82A44-E6A9-4323-BFD6-5204AF02E20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997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Creating flowcharts was essential to understand how data, model, and training logic were intertwined.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82A44-E6A9-4323-BFD6-5204AF02E20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254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PINN experiments require frequent changes. A modular design makes such experimentation feasible and safe.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82A44-E6A9-4323-BFD6-5204AF02E20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295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module was designed to answer a single question: data handling, physics logic, model definition, or execution control.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82A44-E6A9-4323-BFD6-5204AF02E20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6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mapping was derived directly from understanding the original execution flow, not imposed arbitrarily.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82A44-E6A9-4323-BFD6-5204AF02E20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767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preprocessing-related logic was changed to ensure fair comparison and controlled experimentation.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82A44-E6A9-4323-BFD6-5204AF02E20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976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IN" dirty="0"/>
              <a:t>Weekly Progress Report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8"/>
            <a:ext cx="6269347" cy="1737389"/>
          </a:xfrm>
        </p:spPr>
        <p:txBody>
          <a:bodyPr>
            <a:normAutofit/>
          </a:bodyPr>
          <a:lstStyle/>
          <a:p>
            <a:r>
              <a:rPr lang="en-US" dirty="0"/>
              <a:t>PINN Codebase Refactoring &amp; Exploratory Trials</a:t>
            </a:r>
          </a:p>
          <a:p>
            <a:r>
              <a:rPr lang="en-US" dirty="0"/>
              <a:t>By Sai Kumar Garlapati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Purpose of This Week’s Work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6D34662-E1BA-FCEA-01E4-150894031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5268" y="2418307"/>
            <a:ext cx="9940412" cy="2816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Understand existing PINN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Identify structural and design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Refactor into modular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Enable experimentation with preprocessing strategies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Compare behavior of two code versions</a:t>
            </a:r>
          </a:p>
        </p:txBody>
      </p:sp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539B-FEBA-0085-B3DB-EF3EB314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Codebase: Observations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64E7C74-7F56-F9FC-3CEA-D8E8208891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2485" y="2082192"/>
            <a:ext cx="9787030" cy="3676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Single monolithic script (1700+ LOC)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Mixed responsibilities across functions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Implicit execution order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Difficult to isolate components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Hard to experiment safely</a:t>
            </a:r>
          </a:p>
        </p:txBody>
      </p:sp>
    </p:spTree>
    <p:extLst>
      <p:ext uri="{BB962C8B-B14F-4D97-AF65-F5344CB8AC3E}">
        <p14:creationId xmlns:p14="http://schemas.microsoft.com/office/powerpoint/2010/main" val="329682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450A0-F9C2-5143-9838-786FA56C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Original Code Flow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8F2613-2B22-9F40-226A-9E6FE61BD6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2588809"/>
            <a:ext cx="6060604" cy="2799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Traced execution from entry point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Identified data flow and dependencies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Documented control flow step-by-step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Converted understanding into flowcharts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228A4-2EE3-D121-5A5B-E5A7BD9F4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885" y="1278192"/>
            <a:ext cx="4796314" cy="494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64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D02C-1540-5D53-BEF1-5B113E16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for Modular Redesign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BC74-C3D9-3602-B294-6892EEE26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+mj-lt"/>
              </a:rPr>
              <a:t>Why Modularize?</a:t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Improve readability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Enable isolated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Allow controlled experimentation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Prepare for future PINN extensions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Align with research software standards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257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A5A7-3F44-1B48-974A-1D25333E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Modular Design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58A31-E55E-EDF9-D862-D7E8EFB90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+mj-lt"/>
              </a:rPr>
              <a:t>Design Principles Used</a:t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Single Responsibility Principle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Clear separation of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Explicit data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Minimal coupling between modules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029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28D8E-18CC-C0B1-189D-0D227F21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Function-to-Module Mapping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20AE2B-66AD-EB1A-4EB6-21685D8E4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36871"/>
            <a:ext cx="7098515" cy="426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1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EAEE-1C59-1C8F-FE9B-81F631DC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Directory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25743-153E-86AB-E03D-26DC8226E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433" y="2067560"/>
            <a:ext cx="3830727" cy="4302760"/>
          </a:xfrm>
        </p:spPr>
      </p:pic>
    </p:spTree>
    <p:extLst>
      <p:ext uri="{BB962C8B-B14F-4D97-AF65-F5344CB8AC3E}">
        <p14:creationId xmlns:p14="http://schemas.microsoft.com/office/powerpoint/2010/main" val="3363989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9DFC-F054-D2DC-BA4E-6CBAF3DC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Code Versions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ECB7-3DC4-2023-A403-53427BA06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+mj-lt"/>
              </a:rPr>
              <a:t>Code Versions</a:t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Version A</a:t>
            </a:r>
            <a:r>
              <a:rPr lang="en-US" sz="2400" dirty="0">
                <a:latin typeface="+mj-lt"/>
              </a:rPr>
              <a:t>: Baseline (closer to original logic)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Version B</a:t>
            </a:r>
            <a:r>
              <a:rPr lang="en-US" sz="2400" dirty="0">
                <a:latin typeface="+mj-lt"/>
              </a:rPr>
              <a:t>: Modified ocean mask &amp; interpolation logic</a:t>
            </a:r>
          </a:p>
          <a:p>
            <a:r>
              <a:rPr lang="en-US" sz="2400" dirty="0">
                <a:latin typeface="+mj-lt"/>
              </a:rPr>
              <a:t>All other components kept identical.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331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BF2B2-A045-D8D3-146A-4CEA6216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Trial Runs Performed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722C4F-CD0B-AD43-61DD-4CFE4E49F5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8720" y="2265559"/>
            <a:ext cx="5489003" cy="2938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Two weeks of real dataset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Both versions run on same data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Outputs plotted and compared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training conclusions drawn yet</a:t>
            </a:r>
          </a:p>
        </p:txBody>
      </p:sp>
    </p:spTree>
    <p:extLst>
      <p:ext uri="{BB962C8B-B14F-4D97-AF65-F5344CB8AC3E}">
        <p14:creationId xmlns:p14="http://schemas.microsoft.com/office/powerpoint/2010/main" val="9432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EBBE-16CE-2425-4169-31FE77B6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Visualization of Selected Points</a:t>
            </a:r>
            <a:endParaRPr lang="en-IN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9F47E20C-7BCA-BD24-57E0-15696185D8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53" y="2179320"/>
            <a:ext cx="4694379" cy="37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668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6ECE73DF-79F7-BD09-3B1B-1113B906A0F4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" y="391826"/>
            <a:ext cx="4622800" cy="586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A5CA7AE7-94D0-9A88-A1C4-ECF278534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555" y="294640"/>
            <a:ext cx="4387850" cy="586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521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E7F222B-4E1B-FEF9-0B3E-CCC58A258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23" y="132080"/>
            <a:ext cx="4383087" cy="60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ECECF11D-DBD6-6BD8-FBB1-C296CDF65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023" y="132080"/>
            <a:ext cx="4383087" cy="589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933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1F32-FE1F-B709-85A3-B0145F79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58A7681-7F45-E862-520F-1F81BBAD12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64" y="2169160"/>
            <a:ext cx="5022797" cy="37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86D1827F-FB49-1036-6F85-AF2E3541B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40" y="2188825"/>
            <a:ext cx="5149137" cy="385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283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7AF5-E3AF-89DF-17ED-AC0E23B6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F94648-0381-C19B-B63C-2302A06C95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418" y="2108200"/>
            <a:ext cx="9033489" cy="37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338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2426-24A5-5D01-91ED-D4390C98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B1FCF2-002C-1944-5FA5-480CE36635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004" y="2108200"/>
            <a:ext cx="8942317" cy="37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14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65B7-AA0A-24CF-B184-3A9C2463B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Takeaways (THIS WEEK)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0F7F1-308E-2DE4-F2F1-5B72891E5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Original code structure is hard to extend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Modular design improves understanding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Small preprocessing changes have large 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Visualization aids debugging</a:t>
            </a:r>
          </a:p>
          <a:p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14196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5C77-02E8-9884-E02E-01EFCD8F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Status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CA26D38-07A7-50CB-ECD4-DAF9E256B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82464"/>
            <a:ext cx="6705682" cy="2938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Modular framework ready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Two preprocessing strategies implemented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Trial runs completed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Understanding phase ongoing</a:t>
            </a:r>
          </a:p>
        </p:txBody>
      </p:sp>
    </p:spTree>
    <p:extLst>
      <p:ext uri="{BB962C8B-B14F-4D97-AF65-F5344CB8AC3E}">
        <p14:creationId xmlns:p14="http://schemas.microsoft.com/office/powerpoint/2010/main" val="420097190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{3A1A7B90-16C0-44B1-93FF-A5A077A617CF}TF427093bb-7ddc-497b-80f4-fe945bcee621ff7241c0_win32-add2936a5c77</Template>
  <TotalTime>66</TotalTime>
  <Words>407</Words>
  <Application>Microsoft Office PowerPoint</Application>
  <PresentationFormat>Widescreen</PresentationFormat>
  <Paragraphs>73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Bookman Old Style</vt:lpstr>
      <vt:lpstr>Calibri</vt:lpstr>
      <vt:lpstr>Franklin Gothic Book</vt:lpstr>
      <vt:lpstr>1_RetrospectVTI</vt:lpstr>
      <vt:lpstr>Weekly Progress Report</vt:lpstr>
      <vt:lpstr>Purpose of This Week’s Work</vt:lpstr>
      <vt:lpstr>Initial Codebase: Observations</vt:lpstr>
      <vt:lpstr>Understanding the Original Code Flow</vt:lpstr>
      <vt:lpstr>Motivation for Modular Redesign</vt:lpstr>
      <vt:lpstr>Modular Design Strategy</vt:lpstr>
      <vt:lpstr>Function-to-Module Mapping</vt:lpstr>
      <vt:lpstr>Directory Structure</vt:lpstr>
      <vt:lpstr>Two Code Versions Created</vt:lpstr>
      <vt:lpstr>Trial Runs Performed</vt:lpstr>
      <vt:lpstr>Spatial Visualization of Selected Points</vt:lpstr>
      <vt:lpstr>PowerPoint Presentation</vt:lpstr>
      <vt:lpstr>PowerPoint Presentation</vt:lpstr>
      <vt:lpstr>RESULTS</vt:lpstr>
      <vt:lpstr>PowerPoint Presentation</vt:lpstr>
      <vt:lpstr>PowerPoint Presentation</vt:lpstr>
      <vt:lpstr>Key Takeaways (THIS WEEK)</vt:lpstr>
      <vt:lpstr>Current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</dc:title>
  <dc:creator>Sai Kumar Garlapati</dc:creator>
  <cp:lastModifiedBy>Sai Kumar Garlapati</cp:lastModifiedBy>
  <cp:revision>1</cp:revision>
  <dcterms:created xsi:type="dcterms:W3CDTF">2026-01-29T08:33:03Z</dcterms:created>
  <dcterms:modified xsi:type="dcterms:W3CDTF">2026-01-29T09:47:49Z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